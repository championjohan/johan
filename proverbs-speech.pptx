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PROVERBS · 잠언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잠언에서 도움이 되지 않는 말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유형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인간관계를 해치고, 영혼을 파괴하며, 하나님의 뜻에 어긋나는 말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DD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남을 헐뜯고 이간질하는 말 (가십과 험담)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 11:13 · 16:28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93852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847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칼로 찌르는 듯한 함부로 하는 말 (경솔한 말)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470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 12:18 · 29:20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596896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50545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거짓말과 속임의 말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5054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 12:22 · 19:5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255264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1638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과격한 말과 지나치게 많은 말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163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 15:1 · 10:19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22192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DD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913632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8221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아첨하는 말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8221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 29:5 · 26:28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1·2번은 Google AI 개요 내용, 3~5번은 잠언 본문 기준으로 정리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남을 헐뜯고 이간질하는 말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(가십과 험담)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사람의 비밀을 폭로하거나 뒤에서 헐뜯는 말은 신뢰를 잃게 하고 관계를 파멸로 이끕니다.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누설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"두루 다니며 한담하는 자는 남의 비밀을 누설하나 마음이 신실한 자는 그런 것을 숨기느니라"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잠언 11:13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B2A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이간질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8803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"패역한 자는 다툼을 일으키고 말쟁이는 친한 벗을 이간하느니라"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잠언 16:28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칼로 찌르는 듯한 함부로 하는 말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(경솔한 말)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상황을 깊이 생각하지 않고 내뱉는 조급하고 경솔한 말은 상대방에게 치명적인 상처를 주고, 결국 자신에게도 화로 돌아옵니다.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칼 같은 말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"칼로 찌르는 것 같이 함부로 말하는 자가 있거니와 지혜로운 자의 혀는 양약과 같으니라"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잠언 12:18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B2A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성급한 말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8803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"네가 말이 성급한 자를 보느냐 그보다 미련한 자에게 오히려 바랄 것이 있느니라"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잠언 29:20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거짓말과 속임의 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진실하지 않은 말은 공동체의 신뢰 기반을 무너뜨리며, 잠언은 이를 하나님이 미워하시는 것으로 분명히 경고합니다.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 입술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"거짓 입술은 여호와께서 미워하시나 진실하게 행하는 자는 그의 기뻐하심을 받느니라"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잠언 12:22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B2A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 증인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8803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"거짓 증인은 벌을 면하지 못할 것이요 거짓말을 내놓는 자도 피하지 못하리라"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잠언 19:5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과격한 말과 지나치게 많은 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거친 말은 분노를 키우고, 말이 많으면 실수가 늘어납니다. 부드러운 대답과 절제된 입술이 지혜입니다.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과격한 말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"유순한 대답은 분노를 쉬게 하여도 과격한 말은 노를 격동하느니라"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잠언 15:1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B2A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많은 말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8803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"말이 많으면 허물을 면하기 어려우나 그 입술을 제어하는 자는 지혜가 있느니라"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잠언 10:19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아첨하는 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듣기 좋은 말로 상대를 조종하거나 진실을 가리는 말은 결국 상대를 넘어지게 하고 관계를 무너뜨립니다.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아첨의 그물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"이웃에게 아첨하는 것은 그의 발 앞에 그물을 치는 것이니라"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잠언 29:5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B2A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패망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8803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"거짓말하는 혀는 그 상처 입은 자를 미워하고 아첨하는 입은 패망을 일으키느니라"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잠언 26:28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및 실천 제안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2739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말하기 전 "사실인가 · 필요한가 · 유익한가" 3가지를 점검합니다.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2739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402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402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타인의 비밀과 험담은 전달하지 않고 멈춥니다 (11:13).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2739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0175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175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화가 났을 때는 즉답 대신 부드럽게 한 박자 늦춥니다 (15:1).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2739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794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7947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칭찬은 사실에 근거하고, 조언은 진실하게 합니다 (12:22, 29:5).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2026-09-30T01:22:51Z</dcterms:created>
  <dcterms:modified xsi:type="dcterms:W3CDTF">2026-09-30T01:22:51Z</dcterms:modified>
</cp:coreProperties>
</file>