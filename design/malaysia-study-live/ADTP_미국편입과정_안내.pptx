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ADTP는 미국 학위를 목표로 하되, 처음 1~2년을 말레이시아에서 이수해 비용을 크게 줄이는 경로입니다. 오늘은 선웨이와 테일러스 두 곳을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ADTP의 본질은 학점 이전입니다. 파운데이션이 "입학 자격"을 만드는 과정이라면, ADTP는 "학위 학점"을 미리 쌓는 과정입니다. 이 차이를 먼저 이해시켜야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2+2가 표준입니다. 1+3은 미국 대학 적응을 빨리 시작하고 싶을 때 택하지만 비용이 올라갑니다. 기간을 늘린다고 유리하지 않다는 점을 반드시 말해야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구체적 절감액을 말하고 싶은 유혹이 크지만, 미국 대학마다 학비가 3~4배 차이 납니다. 개별 상담에서 계산해 준다고 하는 편이 정직하고 상담 전환에도 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선웨이 ADTP의 성격은 명확합니다. 비즈니스와 컴퓨터과학입니다. 아이가 인문계라면 테일러스를 먼저 보라고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ASU 파트너십은 검증된 사실입니다. 75~80%라는 편입률은 학교 홍보 수치이므로 단정하지 말고 출처를 밝히십시오.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A와 B를 나눈 이유가 있습니다. 공개 인물은 인용해도 되지만, 커뮤니티에 올라온 개인 사례는 확인 없이 설명회 자료에 넣으면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테일러스의 강점은 전공 폭입니다. 선웨이가 비즈니스·CS에 집중한다면, 테일러스는 공연예술·역사·어문까지 열려 있습니다. 진로가 아직 넓은 학생에게 유리합니다.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아이비리그 합격 사례는 학교 공식 페이지에 올라와 있으니 인용해도 됩니다. 다만 87%와 300+는 산정 기준이 공개돼 있지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표를 화면에 띄우고, 마지막 행부터 읽으십시오. 학부모가 가장 알고 싶은 것은 "우리 아이는 어디냐"입니다.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 학생에게 가장 중요한 슬라이드입니다. SPM 기준만 공개돼 있어 검정고시 환산이 불명확합니다. 반드시 서면 확인을 권하십시오.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말레이시아 구간만입니다. 미국 구간 2년 비용은 목표 대학에 따라 달라 별도 계산이 필요하다는 점을 반드시 덧붙이십시오.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이 발표에서 가장 실용적입니다. 학부모가 ADTP를 선택한 뒤 실제로 손해를 보는 지점이 여기입니다.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GPA 3.6은 편입 경험자들의 조언이지 학교 공표 커트라인이 아닙니다. 그렇게 말씀하십시오.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슬라이드는 내부용입니다. 학부모 배포본에서는 빼거나, 확인을 마친 뒤 확정 수치로 바꿔 넣으십시오.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512064" cy="51206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0584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0" b="1" spc="-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12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American Degree Transfer Program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950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미국 대학으로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1985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선웨이대학교 · 테일러스대학교 편입 과정 안내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6002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2+2 · 1+3 구조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167128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16712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· 캐나다 편입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734056"/>
            <a:ext cx="2377440" cy="438912"/>
          </a:xfrm>
          <a:prstGeom prst="roundRect">
            <a:avLst>
              <a:gd name="adj" fmla="val 12500"/>
            </a:avLst>
          </a:prstGeom>
          <a:solidFill>
            <a:srgbClr val="134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46520" y="273405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학점 이전 방식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5765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필리핀 해외선교본부 · 말레이시아 지부 연합   |   2026년 9월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ADTP는 무엇인가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1~2학년 과정을 말레이시아에서 이수하고, 학점을 이전해 미국 대학 3학년으로 편입하는 과정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24328" cy="1481328"/>
          </a:xfrm>
          <a:prstGeom prst="roundRect">
            <a:avLst>
              <a:gd name="adj" fmla="val 4321"/>
            </a:avLst>
          </a:prstGeom>
          <a:solidFill>
            <a:srgbClr val="F1ED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727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ADTP 개설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올해로 30년째 운영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24328" cy="1481328"/>
          </a:xfrm>
          <a:prstGeom prst="roundRect">
            <a:avLst>
              <a:gd name="adj" fmla="val 4321"/>
            </a:avLst>
          </a:prstGeom>
          <a:solidFill>
            <a:srgbClr val="F1EDE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5576" y="15727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12~24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체류 개월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전공은 최대 36개월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417320"/>
            <a:ext cx="2624328" cy="1481328"/>
          </a:xfrm>
          <a:prstGeom prst="roundRect">
            <a:avLst>
              <a:gd name="adj" fmla="val 4321"/>
            </a:avLst>
          </a:prstGeom>
          <a:solidFill>
            <a:srgbClr val="F1ED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2784" y="157276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20+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× ASU 학위 옵션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4871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· 컴퓨팅 중심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"학점 이전"입니다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438144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딴 학점이 미국 대학에서 그대로 인정됩니다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따라서 미국에서 보내는 기간이 4년이 아니라 2년으로 줄어듭니다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학위는 편입한 미국 대학이 수여합니다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127248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F5EED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47488" y="3273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가능 국가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47488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· 캐나다 · 호주 · 뉴질랜드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047488" y="387705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모두 미국이 주 목적지이며, 캐나다·호주로의 편입 경로도 함께 운영합니다.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School of American Education · Taylor's University ADTP 공식 페이지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— 2+2 와 1+3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체류 기간을 얼마로 잡느냐에 따라 두 형태로 나뉩니다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402336" cy="402336"/>
          </a:xfrm>
          <a:prstGeom prst="ellipse">
            <a:avLst/>
          </a:prstGeom>
          <a:solidFill>
            <a:srgbClr val="1F6B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55064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2+2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60704" y="146304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1ED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155448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ADTP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1051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 · 교양 + 기초 전공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16824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146304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1ED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85616" y="155448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3·4학년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85616" y="181051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 · 전공 심화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961888" y="168249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54496" y="146304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82512" y="1554480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학위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181051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대학 명의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402336" cy="40233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267919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1+3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0704" y="2487168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88720" y="25786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ADTP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283464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· 교양 중심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364992" y="27066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487168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1ED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85616" y="25786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2~4학년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785616" y="283464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61888" y="270662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54496" y="248716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1347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82512" y="257860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학위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382512" y="2834640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대학 명의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56616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1ED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체류 기간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12~24개월. 비즈니스 전공은 최대 36개월까지 말레이시아에 머문 뒤 편입할 수 있습니다.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023360" cy="914400"/>
          </a:xfrm>
          <a:prstGeom prst="roundRect">
            <a:avLst>
              <a:gd name="adj" fmla="val 7000"/>
            </a:avLst>
          </a:prstGeom>
          <a:solidFill>
            <a:srgbClr val="F7EBE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46320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기간이 길수록 유리한가?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아닙니다. 목표 대학이 인정하는 학점 상한이 정해져 있어, 초과 이수 학점은 버려집니다.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— American Degree Transfer Program (프로그램 기간 안내)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ADTP인가 — 비용 구조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미국에서 보내는 4년 중 2년을 말레이시아 비용으로 대체하는 것이 전부입니다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A841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4년 직행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75104"/>
            <a:ext cx="4023360" cy="475488"/>
          </a:xfrm>
          <a:prstGeom prst="roundRect">
            <a:avLst>
              <a:gd name="adj" fmla="val 7692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75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1~2학년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9751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비용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40233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3~4학년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4871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비용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4023360" cy="475488"/>
          </a:xfrm>
          <a:prstGeom prst="roundRect">
            <a:avLst>
              <a:gd name="adj" fmla="val 7692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999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체류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9992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1347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1463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 2+2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975104"/>
            <a:ext cx="4023360" cy="475488"/>
          </a:xfrm>
          <a:prstGeom prst="roundRect">
            <a:avLst>
              <a:gd name="adj" fmla="val 7692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97510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1~2학년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97510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 비용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487168"/>
            <a:ext cx="40233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4871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3~4학년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4871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비용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999232"/>
            <a:ext cx="4023360" cy="475488"/>
          </a:xfrm>
          <a:prstGeom prst="roundRect">
            <a:avLst>
              <a:gd name="adj" fmla="val 7692"/>
            </a:avLst>
          </a:prstGeom>
          <a:solidFill>
            <a:srgbClr val="F1EDE4"/>
          </a:solidFill>
          <a:ln w="12700">
            <a:solidFill>
              <a:srgbClr val="DCD6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29992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체류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99923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841248"/>
          </a:xfrm>
          <a:prstGeom prst="roundRect">
            <a:avLst>
              <a:gd name="adj" fmla="val 7609"/>
            </a:avLst>
          </a:prstGeom>
          <a:solidFill>
            <a:srgbClr val="F5EED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37673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절감의 크기는 "목표 미국 대학의 2년치 비용"이 결정합니다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0416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따라서 설명회에서는 절감액을 일반화하지 마시고, 학생이 목표하는 미국 대학의 연간 학비·생활비를 넣어 개별 계산해 주십시오. 주립대와 사립대의 차이가 절감액을 두 배 이상 벌립니다.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미국 측 비용은 목표 대학·주내외 구분에 따라 편차가 커 이 자료에서 단일 수치로 제시하지 않습니다.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선웨이대학교 ADTP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School of American Education — 비즈니스 · 컴퓨터과학 · STEM 강세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교양 및 기초 전공 학점을 말레이시아에서 이수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12~24개월, 비즈니스 전공은 최대 36개월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· 캐나다 · 호주 · 뉴질랜드 대학으로 편입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어드바이저가 과목 계획부터 편입 지원·비자까지 관리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선웨이시티 캠퍼스 — 몰 · 병원 · 경전철이 도보권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846320" y="1417320"/>
            <a:ext cx="3840480" cy="2103120"/>
          </a:xfrm>
          <a:prstGeom prst="roundRect">
            <a:avLst>
              <a:gd name="adj" fmla="val 3043"/>
            </a:avLst>
          </a:prstGeom>
          <a:solidFill>
            <a:srgbClr val="F1EDE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47488" y="15727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강세 분야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47488" y="1883664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47488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8836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47488" y="2267712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88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2677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컴퓨터과학 (CS)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47488" y="2651760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47488" y="2651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6517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 · 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47488" y="3035808"/>
            <a:ext cx="237744" cy="23774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47488" y="3035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358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예술 계열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675888"/>
            <a:ext cx="8229600" cy="804672"/>
          </a:xfrm>
          <a:prstGeom prst="roundRect">
            <a:avLst>
              <a:gd name="adj" fmla="val 7955"/>
            </a:avLst>
          </a:prstGeom>
          <a:solidFill>
            <a:srgbClr val="F7EB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78561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전공별로 편입 성과가 다릅니다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0599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선웨이는 비즈니스·CS·STEM에서 실적이 두텁습니다. 인문·사회 계열을 목표한다면 테일러스의 전공 폭을 함께 비교하십시오.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— School of American Education / American Degree Transfer Program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× 애리조나주립대(ASU)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대학과 공동 커리큘럼을 운영하는 파트너십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31920" cy="1371600"/>
          </a:xfrm>
          <a:prstGeom prst="roundRect">
            <a:avLst>
              <a:gd name="adj" fmla="val 4667"/>
            </a:avLst>
          </a:prstGeom>
          <a:solidFill>
            <a:srgbClr val="134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5727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20+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212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ASU 연계 학부 학위 옵션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487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· 컴퓨팅 등 분야에 걸쳐 제공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481328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ASU는 미국에서 가장 혁신적인 대학으로 꼽히는 주립대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선웨이와 ASU가 커리큘럼을 함께 설계해 학점 호환성이 높음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 중 ASU 마스터 클래스 등 연계 프로그램 참여 기회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1060704"/>
          </a:xfrm>
          <a:prstGeom prst="roundRect">
            <a:avLst>
              <a:gd name="adj" fmla="val 6034"/>
            </a:avLst>
          </a:prstGeom>
          <a:solidFill>
            <a:srgbClr val="F7EB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310896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공표 수치 — 그대로 인용하지 마십시오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선웨이는 홍보 자료에서 "졸업생의 75~80% 이상이 미국 상위(Tier 1) 대학으로 편입한다"고 밝히고 있습니다. 다만 Tier 1의 정의, 집계 시점, 응답률이 공개되어 있지 않습니다. 설명회에서는 "학교 공표 기준으로는"을 반드시 붙이고, 아래 확인 절차를 거친 뒤 확정 수치로 바꾸십시오.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ADTP 브로슈어 및 프로그램 페이지 (학교 공표 자료)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편입 실적과 동문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수준이 다른 두 종류의 정보를 구분해 제시합니다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31920" cy="1572768"/>
          </a:xfrm>
          <a:prstGeom prst="roundRect">
            <a:avLst>
              <a:gd name="adj" fmla="val 4070"/>
            </a:avLst>
          </a:prstGeom>
          <a:solidFill>
            <a:srgbClr val="F1EDE4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274320" cy="274320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6093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인물 사례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01168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싱어송라이터 겸 배우 Cheryl 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322576"/>
            <a:ext cx="35295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ADTP를 거쳐 미국 대학에 편입·졸업한 뒤, 영화 「크레이지 리치 아시안」 사운드트랙으로 알려졌습니다.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44752"/>
            <a:ext cx="4023360" cy="1572768"/>
          </a:xfrm>
          <a:prstGeom prst="roundRect">
            <a:avLst>
              <a:gd name="adj" fmla="val 4070"/>
            </a:avLst>
          </a:prstGeom>
          <a:solidFill>
            <a:srgbClr val="F7EBE6"/>
          </a:solidFill>
          <a:ln/>
        </p:spPr>
      </p:sp>
      <p:sp>
        <p:nvSpPr>
          <p:cNvPr id="11" name="Shape 9"/>
          <p:cNvSpPr/>
          <p:nvPr/>
        </p:nvSpPr>
        <p:spPr>
          <a:xfrm>
            <a:off x="4864608" y="1591056"/>
            <a:ext cx="274320" cy="274320"/>
          </a:xfrm>
          <a:prstGeom prst="ellipse">
            <a:avLst/>
          </a:prstGeom>
          <a:solidFill>
            <a:srgbClr val="A841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4608" y="160934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15910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보고 — 확인 필요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201168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카네기멜런 · 코넬 · 미시간 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2322576"/>
            <a:ext cx="3621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재학생·동문 커뮤니티(Reddit, Instagram)에 보고된 편입처입니다. 학교 공식 명단이 아니므로 설명회 자료에 넣으려면 학교에 확인하십시오.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00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커뮤니티에서 공통으로 나오는 조언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51129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전공은 과목 실라버스 매핑을 학기 단위로 점검해야 학점 손실이 없다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상위권 편입과 장학금을 노린다면 GPA 3.6~3.9 구간을 유지해야 한다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B 항목은 소셜 미디어 기반 정보입니다. 대외 배포 자료에는 학교 공식 편입 명단만 사용하십시오.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테일러스대학교 ADTP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1996년 개설 — 말레이시아에서 가장 오래된 미국 편입 과정 중 하나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1828800" cy="1005840"/>
          </a:xfrm>
          <a:prstGeom prst="roundRect">
            <a:avLst>
              <a:gd name="adj" fmla="val 6364"/>
            </a:avLst>
          </a:prstGeom>
          <a:solidFill>
            <a:srgbClr val="134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30년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048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1996년 개설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1463040"/>
            <a:ext cx="6199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· 캐나다 · 호주 등으로 수천 명의 편입생을 배출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북미 대학 생활에 맞춘 교양·기초 전공 커리큘럼 운영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15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폭이 넓습니다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32888" y="2944368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42616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계리학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2944368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18304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84264" y="2944368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93992" y="2944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자연과학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32888" y="3364992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642616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응용과학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08576" y="3364992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18304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84264" y="3364992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93992" y="33649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어문·문학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85616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3785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커뮤니케이션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32888" y="3785616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642616" y="3785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역사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08576" y="3785616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18304" y="3785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공연예술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84264" y="3785616"/>
            <a:ext cx="1956816" cy="347472"/>
          </a:xfrm>
          <a:prstGeom prst="roundRect">
            <a:avLst>
              <a:gd name="adj" fmla="val 13158"/>
            </a:avLst>
          </a:prstGeom>
          <a:solidFill>
            <a:srgbClr val="F1EDE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93992" y="37856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사회과학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Taylor's University — American Degree Transfer Program (전공 목록 및 개설 연혁)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— 편입 네트워크와 실적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공표 수치와 합격 사례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1956816" cy="1225296"/>
          </a:xfrm>
          <a:prstGeom prst="roundRect">
            <a:avLst>
              <a:gd name="adj" fmla="val 5224"/>
            </a:avLst>
          </a:prstGeom>
          <a:solidFill>
            <a:srgbClr val="134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" y="1554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300+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1031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· 캐나다 협력 대학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245059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공표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26464"/>
            <a:ext cx="1956816" cy="1225296"/>
          </a:xfrm>
          <a:prstGeom prst="roundRect">
            <a:avLst>
              <a:gd name="adj" fmla="val 5224"/>
            </a:avLst>
          </a:prstGeom>
          <a:solidFill>
            <a:srgbClr val="134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06624" y="1554480"/>
            <a:ext cx="16824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210312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200위권 대학 진학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706624" y="245059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공표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91456" y="1426464"/>
            <a:ext cx="3895344" cy="1225296"/>
          </a:xfrm>
          <a:prstGeom prst="roundRect">
            <a:avLst>
              <a:gd name="adj" fmla="val 5224"/>
            </a:avLst>
          </a:prstGeom>
          <a:solidFill>
            <a:srgbClr val="F1ED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74336" y="1554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편입 명단에 오른 대학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181051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스탠퍼드 · 브라운 · 펜실베이니아 · 코넬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컬럼비아 · 퍼듀 · 일리노이(UIUC)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미네소타 트윈시티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16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프로그램의 실제 운영 방식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2724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대학과 직접 연계한 캠퍼스 내 프로그램 운영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CliftonStrengths 역량 워크숍, STEM 챌린지 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91456" y="3090672"/>
            <a:ext cx="3895344" cy="987552"/>
          </a:xfrm>
          <a:prstGeom prst="roundRect">
            <a:avLst>
              <a:gd name="adj" fmla="val 6481"/>
            </a:avLst>
          </a:prstGeom>
          <a:solidFill>
            <a:srgbClr val="F7EBE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74336" y="32004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수치의 성격을 밝히십시오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974336" y="343814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300+ 와 87% 는 모두 학교 공표 수치이며 독립 검증 자료를 찾지 못했습니다. "학교 공표 기준으로는"을 붙여 말씀하십시오.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Taylor's University — Successful University Placements / University Transfers 페이지 (학교 공표 자료)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vs 테일러스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좋은 학교인가가 아니라, 어느 쪽이 이 학생에게 맞는가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선웨이 ADTP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테일러스 ADTP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개설·연혁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School of American Education 운영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1996년 개설 · 30년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강세 분야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비즈니스 · 컴퓨터과학 · STEM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전공 폭이 넓음 (12개 계열)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파트너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애리조나주립대(ASU) 20+ 학위 옵션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미국·캐나다 300+ 협력대 (공표)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체류 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12~24개월 (비즈니스 최대 36개월)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과정·전공별 상이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공표 편입 실적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Tier 1 편입 75~80% (공표)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상위 200위권 87% (공표)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이런 학생에게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전공이 경영·CS·공학으로 정해진 학생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전공이 아직 넓게 열려 있는 학생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공표 실적은 두 학교 모두 산정 기준이 공개되지 않았습니다. 부록의 확인 절차를 거친 뒤 확정하십시오.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요건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모두 SPM(말레이시아 고교 졸업시험) 또는 동등 학력을 기준으로 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4023360" cy="1225296"/>
          </a:xfrm>
          <a:prstGeom prst="roundRect">
            <a:avLst>
              <a:gd name="adj" fmla="val 5224"/>
            </a:avLst>
          </a:prstGeom>
          <a:solidFill>
            <a:srgbClr val="F1ED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과학 · 공학 계열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739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SPM / O-Level 5개 과목 크레딧 이상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(영어 + 수학 또는 과학 1과목 포함)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UEC 는 5과목 B 이상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89888"/>
            <a:ext cx="4023360" cy="1225296"/>
          </a:xfrm>
          <a:prstGeom prst="roundRect">
            <a:avLst>
              <a:gd name="adj" fmla="val 5224"/>
            </a:avLst>
          </a:prstGeom>
          <a:solidFill>
            <a:srgbClr val="F1ED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517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— 예술 계열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7393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SPM 5C (영어 포함) / IGCSE 5C (영어 포함)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UEC 5B (영어 포함)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1ED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852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0896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SPM 또는 동등 학력 5개 과목 크레딧 이상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(수학 + 과학 1과목 포함)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724912"/>
            <a:ext cx="4023360" cy="1005840"/>
          </a:xfrm>
          <a:prstGeom prst="roundRect">
            <a:avLst>
              <a:gd name="adj" fmla="val 6364"/>
            </a:avLst>
          </a:prstGeom>
          <a:solidFill>
            <a:srgbClr val="F7EB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28529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검정고시 · GED 는?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 모두 GED 소지자를 받아들이는 사례가 있으나, ADTP 직접 입학 가능 여부와 요구 점수는 공개 요건에 명시돼 있지 않습니다.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5EE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393192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검정고시 지원자는 반드시 학교에 서면으로 확인하십시오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187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"ADTP 직접 입학이 가능한가, 아니면 파운데이션을 먼저 이수해야 하는가" — 이 한 문장을 이메일로 묻고 회신을 보관하십시오.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Sunway University ADTP 입학 요건 · Taylor's University ADTP 입학 요건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— 말레이시아 구간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선웨이가 공개한 ADTP 과정 기준 예시입니다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(RM)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원화 환산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수업료 (과정 전체)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52,700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1,580만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시설·자원비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7,500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225만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MOHE 필수 과목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84만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보증금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21만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 (말레이시아 구간)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64,700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1,940만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05856" y="1371600"/>
            <a:ext cx="2980944" cy="1225296"/>
          </a:xfrm>
          <a:prstGeom prst="roundRect">
            <a:avLst>
              <a:gd name="adj" fmla="val 5224"/>
            </a:avLst>
          </a:prstGeom>
          <a:solidFill>
            <a:srgbClr val="F5EED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88736" y="1499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더해야 할 것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888736" y="175564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생활비 월 RM 1,600~3,000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(약 50만~90만 원)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비자·보험·항공 별도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05856" y="2706624"/>
            <a:ext cx="2980944" cy="1188720"/>
          </a:xfrm>
          <a:prstGeom prst="roundRect">
            <a:avLst>
              <a:gd name="adj" fmla="val 5385"/>
            </a:avLst>
          </a:prstGeom>
          <a:solidFill>
            <a:srgbClr val="F7EBE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888736" y="28346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b="1" dirty="0">
                <a:solidFill>
                  <a:srgbClr val="A841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ADTP 학비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888736" y="30906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요금표가 전공별·통화별로 나뉘어 있어 이 자료에서 단일 수치로 제시하지 않습니다. 학교 Fees Schedule에서 해당 전공 표를 확인하십시오.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RM 1 ≈ 300원 기준. 설명 당일 환율로 다시 계산하고 "○월 ○일 환율 기준"을 표기하십시오. 금액은 학교 안내 기준 예시이며 연도·전공에 따라 달라집니다.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조건 ① — 과목 매핑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ADTP에서 가장 많은 돈이 새는 지점입니다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대학마다 인정해 주는 학점 기준이 다릅니다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0078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말레이시아에서 이수한 과목이 목표 대학의 어떤 과목과 대응하는지(실라버스 매핑)를 맞추지 못하면, 그 학점은 인정되지 않고 미국에서 다시 들어야 합니다. 한 학기를 다시 듣는 비용이 말레이시아 1년 학비를 넘습니다.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2624328" cy="1335024"/>
          </a:xfrm>
          <a:prstGeom prst="roundRect">
            <a:avLst>
              <a:gd name="adj" fmla="val 4795"/>
            </a:avLst>
          </a:prstGeom>
          <a:solidFill>
            <a:srgbClr val="F1EDE4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42032"/>
            <a:ext cx="329184" cy="32918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877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입학 초기에 목표 대학 3곳을 정한다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284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막연히 "미국"이 아니라 학교 이름으로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2395728"/>
            <a:ext cx="2624328" cy="1335024"/>
          </a:xfrm>
          <a:prstGeom prst="roundRect">
            <a:avLst>
              <a:gd name="adj" fmla="val 4795"/>
            </a:avLst>
          </a:prstGeom>
          <a:solidFill>
            <a:srgbClr val="F1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447288" y="2542032"/>
            <a:ext cx="329184" cy="32918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47288" y="25877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926080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전담 어드바이저와 실라버스를 대조한다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33284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과목별 100% 호환 여부를 문서로 확인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1616" y="2395728"/>
            <a:ext cx="2624328" cy="1335024"/>
          </a:xfrm>
          <a:prstGeom prst="roundRect">
            <a:avLst>
              <a:gd name="adj" fmla="val 4795"/>
            </a:avLst>
          </a:prstGeom>
          <a:solidFill>
            <a:srgbClr val="F1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2542032"/>
            <a:ext cx="329184" cy="329184"/>
          </a:xfrm>
          <a:prstGeom prst="ellipse">
            <a:avLst/>
          </a:prstGeom>
          <a:solidFill>
            <a:srgbClr val="1347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54496" y="2587752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926080"/>
            <a:ext cx="2258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학기 수강 전에 다시 점검한다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3328416"/>
            <a:ext cx="225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대학이 바뀌면 매핑도 바뀐다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58768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F5EED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38587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매핑이 맞으면 2+2, 어긋나면 2+3이 됩니다. 1년치 미국 학비가 여기서 갈립니다.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편입 경험자들이 공통으로 지적하는 항목입니다.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조건 ② — GPA와 대외활동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상위권 편입과 장학금은 성적만으로 결정되지 않습니다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931920" cy="1554480"/>
          </a:xfrm>
          <a:prstGeom prst="roundRect">
            <a:avLst>
              <a:gd name="adj" fmla="val 4118"/>
            </a:avLst>
          </a:prstGeom>
          <a:solidFill>
            <a:srgbClr val="134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76656" y="153619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GPA 3.6+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0848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상위권 편입 권장 구간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359152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장학금까지 노린다면 3.8~3.9 구간을 목표로 잡으라는 것이 편입 경험자들의 공통된 조언입니다.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89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 외에 쌓아야 할 것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00784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내 동아리 · 학생회 활동 기록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STEM 챌린지 등 교내 경진 프로그램 참여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대학 연계 워크숍 이수 기록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 관련 프로젝트 · 인턴 경험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4667"/>
            </a:avLst>
          </a:prstGeom>
          <a:solidFill>
            <a:srgbClr val="F1ED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323697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1347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타임라인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547872"/>
            <a:ext cx="274320" cy="2743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" y="3566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대학 3곳 선정 · 어드바이저 배정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60904" y="3547872"/>
            <a:ext cx="274320" cy="2743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660904" y="3566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008376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660904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실라버스 매핑 1차 확정 · 교내 활동 시작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47872"/>
            <a:ext cx="274320" cy="2743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63440" y="3566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10912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3학기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편입 원서 준비 · 추천서 요청 · 장학금 조사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65976" y="3547872"/>
            <a:ext cx="274320" cy="274320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65976" y="3566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4학기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65976" y="389534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4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원서 제출 · 학점 이전 확정 · 비자 준비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94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E7C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학기 구분은 2+2 기준입니다. 1+3 을 택하면 일정이 한 학기씩 앞당겨집니다.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E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900" b="1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설명회 전에 확인할 것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수치 중 학교 공표에 의존한 항목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08176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08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3716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검정고시·GED로 ADTP 직접 입학이 가능한가 (두 학교 서면 회신)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408176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4081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10912" y="1371600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선웨이 Tier 1 편입률 75~80% 의 산정 기준과 최신 수치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3852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87% · 협력대 300+ 의 산정 기준과 최신 수치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975104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1938528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테일러스 ADTP 전공별 공식 학비 (Fees Schedule)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50545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학교의 다음 인테이크 날짜와 지원 마감일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542032"/>
            <a:ext cx="237744" cy="237744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63440" y="25420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C2E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10912" y="2505456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FED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보고 편입처(카네기멜런·코넬·미시간)의 학교 공식 확인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1347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" y="32552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b="1" spc="100" kern="0" dirty="0">
                <a:solidFill>
                  <a:srgbClr val="C08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349300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Sunway University — School of American Education / ADTP 프로그램 페이지 및 브로슈어  ·  Taylor's University — American Degree Transfer Program / Successful University Placements / University Transfers  ·  각 학교 입학 요건 및 요금 안내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9DB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환경의 네트워크 정책상 두 학교 공식 사이트를 직접 열람하지 못했습니다. 대외 배포 전 위 6개 항목을 확인하십시오.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ADTP 미국 편입 과정 안내</dc:title>
  <dc:subject>PptxGenJS Presentation</dc:subject>
  <dc:creator>필리핀 해외선교본부 · 말레이시아 지부</dc:creator>
  <cp:lastModifiedBy>필리핀 해외선교본부 · 말레이시아 지부</cp:lastModifiedBy>
  <cp:revision>1</cp:revision>
  <dcterms:created xsi:type="dcterms:W3CDTF">2026-09-21T04:05:35Z</dcterms:created>
  <dcterms:modified xsi:type="dcterms:W3CDTF">2026-09-21T04:05:35Z</dcterms:modified>
</cp:coreProperties>
</file>