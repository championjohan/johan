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1편은 말레이시아 사립 명문 테일러스·선웨이였고, 오늘은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공학은 4년입니다. 노팅엄 공학은 MEng(석사통합) 학위라 4년입니다.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모나쉬 입학처 안내가 프로스펙터스와 일치합니다. 공시 최저는 60%지만 실제로는 90점 이상을 보셔야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온라인 시험 불인정이 실무에서 가장 자주 걸립니다. 반드시 시험장 응시로 안내하십시오.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학생은 두 번째 줄이 기본, 성적이 좋으면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MUFY를 모나쉬에서 하는 줄 아는 분이 많습니다. 선웨이 칼리지에서 합니다. 인테이크도 1·7·8월로 모나쉬 DHES(2·7·10월)와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자격이 두 개 나옵니다. 공학은 4년이라 총 5년이 된다는 점을 분명히 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공학 4~5년 과정에서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공학이 4년이라는 점이 1차 자료에서 확인됐습니다. 이전 자료의 3년 표기는 잘못이었습니다.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두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"1년차 소계 (입학비 제외)" 행을 먼저 보여 주십시오. 입학비를 빼면 1년차가 2년차보다 싸다는 것이 바로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인테이크 횟수가 실제로 가장 큰 변수입니다. 모나쉬는 연 3회라 여유가 있고, 노팅엄은 빡빡합니다.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공인 영어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· 영국 노팅엄대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문제이고, 2편은 처음부터 해외 본교 학위 하나입니다.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· 브로셔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캠퍼스(4개국)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 4년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(선웨이) · DHES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#16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영국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공학(MEng) 4년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순위는 본교(모나쉬대·노팅엄대) 기준입니다. 노팅엄은 영국 러셀그룹 창립 멤버이며 QS 2027 세계 97위입니다.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· KOREAN EXAM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① — 검정고시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문과·이공계 구분 없이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50976" y="195681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90점 이상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 공통 지원 기준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1938528"/>
            <a:ext cx="5788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프로스펙터스에 공시된 최소 기준은 60%이지만, 실제 지원에서는 평균 90점 이상을 권장합니다.</a:t>
            </a:r>
            <a:endParaRPr lang="en-US" sz="12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파운데이션은 선발 과정이므로 공시 최저선으로는 경쟁에서 밀립니다.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926080"/>
            <a:ext cx="5358384" cy="2103120"/>
          </a:xfrm>
          <a:prstGeom prst="roundRect">
            <a:avLst>
              <a:gd name="adj" fmla="val 3478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054096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40156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프로스펙터스에 명시되어 있습니다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712464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"SOUTH KOREA — High School Graduation Equivalency Examination — 60%"가 파운데이션 과정 입학 요건표에 있습니다. 같은 표에 말레이시아 SPM, O-Level, 캐나다 OSSD 등 호주 11학년 수준 자격이 함께 들어 있습니다.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71830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2027, p.55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90488" y="2926080"/>
            <a:ext cx="5358384" cy="2103120"/>
          </a:xfrm>
          <a:prstGeom prst="roundRect">
            <a:avLst>
              <a:gd name="adj" fmla="val 3478"/>
            </a:avLst>
          </a:prstGeom>
          <a:solidFill>
            <a:srgbClr val="F7EBE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3054096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340156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인정 학력 목록에 한국 항목이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3712464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입학 자격표는 A Level · IB · STPM · UEC · Gaokao · 인도 CBSE · 호주 12학년 · 캐나다 OSSD · AP · 타기관 디플로마/파운데이션으로 구성됩니다. 브로셔 전체에서 "Korea"는 0회 등장합니다.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471830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UNM 브로셔 p.9 · p.18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호주 12학년이 아니라 11학년 수준으로 분류됩니다 — 그래서 계열과 무관하게 파운데이션이 필요합니다.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· ENGLISH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② — 공인 영어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IELTS와 TOEFL iBT 기준입니다 · 파운데이션과 학사의 요구 점수가 다릅니다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5358384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56232"/>
                <a:gridCol w="18562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 이상)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 이상)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(W·S 14, L·R 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(W·L 17, R 18, S 20)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190488" y="182880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2194560"/>
          <a:ext cx="5358384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56232"/>
                <a:gridCol w="18562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 (L12, R13, W21, S18)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(W·L 19, R 20, S 22)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384048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3968496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시험은 받지 않습니다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4261104"/>
            <a:ext cx="48097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TOEFL iBT Special Home Edition, PTE Academic Online, Cambridge Linguaskill General 불인정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IELTS Academic Online, TOEFL iBT Home Edition, PTE Academic Online 불인정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90488" y="384048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1EDE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64808" y="3968496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미달해도 길이 있습니다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64808" y="4279392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Monash English(ME) 선이수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Pre-Sessional English 10주 RM 8,000 / 20주 RM 13,000 / 30주 RM 20,000 (국제학생, 각 +0.5 / +1.0 / +1.5 밴드)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5376672"/>
            <a:ext cx="10911535" cy="438912"/>
          </a:xfrm>
          <a:prstGeom prst="roundRect">
            <a:avLst>
              <a:gd name="adj" fmla="val 12500"/>
            </a:avLst>
          </a:prstGeom>
          <a:solidFill>
            <a:srgbClr val="F5EED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6112" y="5376672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유효기간 — 모나쉬 24개월 · 노팅엄 2년   |   노팅엄은 IELTS One Skill Retake를 인정합니다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p.53 · p.55  |  UNM 브로셔 p.9 · p.18 (In-Sessional English 미수강 기준)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 · 프로스펙터스 10쪽 경로도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192024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212848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6384" y="2889504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3182112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— 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칼리지에서 이수)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6384" y="385876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대안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4151376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성적이 충분한 경우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706624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Diploma of Higher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Education Studies 1년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DHES가 숨은 카드입니다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3년 안에 자격 두 개를 받습니다. 파운데이션(MUFY)을 거치면 총 4년이 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(WAYS INTO MONASH)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두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MUFY와 DHES입니다 · 운영 기관과 인테이크가 서로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005840"/>
                <a:gridCol w="1737360"/>
                <a:gridCol w="1920240"/>
                <a:gridCol w="1127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기관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(Monash University Foundation Year)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칼리지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쿠알라룸푸르 · 조호바루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· 7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605만 ~ 995만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(Diploma of Higher Education Studies)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과학 RM 55,680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모나쉬가 아니라 선웨이에서 합니다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MUFY는 선웨이 칼리지(쿠알라룸푸르·조호바루)에서만 운영합니다. 모나쉬 캠퍼스에서 하는 과정이 아닙니다. 호주 12학년 상당으로 인정되어 호주·뉴질랜드·영국 대학에도 통용됩니다.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90488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진급 조건 — WAM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과목 통과 + 가중평균(WAM) 50 이상으로 문학·사회과학·경영·이학 진급, 정보기술은 WAM 60. 영어는 IELTS 5.5(각 5.0 이상)이며 미달 시 Monash English를 선이수합니다.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911535" cy="786384"/>
          </a:xfrm>
          <a:prstGeom prst="roundRect">
            <a:avLst>
              <a:gd name="adj" fmla="val 8140"/>
            </a:avLst>
          </a:prstGeom>
          <a:solidFill>
            <a:srgbClr val="F7EB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6112" y="512064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96112" y="5376672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 (프로스펙터스 각주 4 — Monash College Diploma Part 2 이수자만 가능). 공학을 하려면 MUFY → 공학 1학년 경로이며, 공학이 4년이므로 총 5년이 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(MUFY AT A GLANCE) · p.55 · p.58  |  MUFY 학비는 선웨이 칼리지 파운데이션 기준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2027 fees · 환율 RM 1 ≈ 339원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352544"/>
            <a:ext cx="10911535" cy="1463040"/>
          </a:xfrm>
          <a:prstGeom prst="roundRect">
            <a:avLst>
              <a:gd name="adj" fmla="val 5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462272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졸업까지 학비 총액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7548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(RM 51,360 × 2)   =   총 3년 · RM 152,160 · 약 5,158만 원      ← 가장 짧고 저렴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(RM 17,850~29,350) → 학부 1~3학년 (RM 51,360 × 3)   =   총 4년 · RM 171,930~183,430 · 약 5,828만~6,218만 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7667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MUFY 1년 → 공학 1~4학년 (RM 68,160 × 4)   =   총 5년 · RM 290,490~301,990 · 약 9,848만~1억 237만 원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p.56 · p.58 · p.60  |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캠퍼스와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310128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진학하며,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노팅엄의 두 가지 차별점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본교로 이동할 수 있습니다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과정은 2+1로 3학년을 영국에서 이수할 수 있고, 공학(MEng)은 2+2 또는 3+1로 영국 캠퍼스로 이동합니다. 성적과 비자 승인이 조건이며 중국 닝보 캠퍼스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 |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180015" y="5486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80015" y="548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4년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MEng (화학·토목·전기전자·기계·메카트로닉)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또는 3+1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이학 BSc (생명과학·컴퓨터과학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학비 총액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193792"/>
            <a:ext cx="4809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인문·사회 3년 = 총 4년 · RM 203,000 · 약 6,882만 원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공학 MEng 4년 = 총 5년 · RM 306,000 · 약 1억 374만 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5EED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MEng 학위라 4년입니다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175504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학사(BEng)가 아니라 석사통합(MEng) 과정입니다. 9월 인테이크 단일이며 IET·BEM·IChemE 인정, 화학공학은 영국 9위(Guardian 2026)입니다.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p.5 · 공학 학과 페이지 (국제학생 RM 67,000 / 말레이시아 학생 RM 56,500)  |  6% 서비스세 별도 · 학비 고정 적용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7048"/>
                <a:gridCol w="426704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공학(MEng)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(파운데이션은 4월 · 9월)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프로스펙터스에 60% 명시 · 실제 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명시 없음 — 파운데이션 경유 · 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(선웨이) · DHES (모나쉬)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1년 + 공학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MEng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· 공학 2+2 / 3+1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 ~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  |  공학은 두 학교 모두 총 5년입니다.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92224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66544"/>
                <a:gridCol w="2066544"/>
                <a:gridCol w="2066544"/>
                <a:gridCol w="2060143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문과 계열 4년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MUFY +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MEng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약 1,676만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약 800만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1,741만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1,865만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2,311만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2,271만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3,321만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3,445만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3,891만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3,851만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3,702만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8,444만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8,773만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52160"/>
            <a:ext cx="10911535" cy="420624"/>
          </a:xfrm>
          <a:prstGeom prst="roundRect">
            <a:avLst>
              <a:gd name="adj" fmla="val 13043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52160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   |   1년차가 2년차보다 비싸 보이는 이유는 입학비 500만 원이 1년차에만 들어가기 때문입니다.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포함했습니다 — 수학 기간이 길어져도 늘지 않습니다  |  MUFY는 선웨이 파운데이션 학비(RM 17,850~29,350) 평균 적용 · 환율 RM 1 ≈ 339원 · 6% 서비스세와 생활비 별도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인테이크가 다르므로 역산 시점도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연 3회 (유리)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60704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 인테이크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12~16주 전 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90점 이상 확보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 (파운데이션) / 6.5 (학사)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놓쳐도 4개월 뒤 다음 인테이크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0488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64808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9월 중심 (주의)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64808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A841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11112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9월 · 파운데이션 4월 · 9월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64808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48856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개강 기준 5월까지 원서 접수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64808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64808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848856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1회(4월) 합격 후 바로 착수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64808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64808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6.0 (파운데이션) / 6.5 (학사)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64808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464808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848856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파운데이션은 4월까지 대기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0080" y="524865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7EBE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96112" y="524865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노팅엄을 목표로 한다면 검정고시 1회(4월)를 반드시 잡으셔야 합니다. 2회(8월)로는 그해 9월 입학이 사실상 불가능합니다.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서류 인증은 아포스티유가 아니라 영사확인(외교부 → 주한 말레이시아 대사관)입니다. 말레이시아는 헤이그 아포스티유 협약 비가입국입니다.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2026-10-09T07:21:08Z</dcterms:created>
  <dcterms:modified xsi:type="dcterms:W3CDTF">2026-10-09T07:21:08Z</dcterms:modified>
</cp:coreProperties>
</file>