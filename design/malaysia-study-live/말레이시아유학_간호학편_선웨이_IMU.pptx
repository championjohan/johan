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간호학은 1편·2편과 경로가 다릅니다. 과학 과목 이수 여부가 모든 것을 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카드부터 읽으셔도 됩니다. 학부모가 궁금한 것은 "몇 년이냐"입니다.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학비만 보면 선웨이, 확실성으로 보면 IMU입니다. 과학 조건 확인이 먼저입니다.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전부입니다. 과학을 안 들었으면 FIA 두 줄만 보시면 됩니다. 그중 IMU만 추가 조건이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선웨이가 더 싸지만 조건부입니다. 회신을 못 받으면 1년을 날립니다. IMU를 기본안, 선웨이를 대안으로 두십시오.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학사가 연 1회라는 점이 일정의 전부입니다. 예과 입학 시기를 잘못 잡으면 몇 달을 그냥 기다립니다.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IMU는 금액이 공식 자료로 확정돼 있습니다. 선웨이보다 비싸지만 숫자가 확실합니다.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금액을 말할 때 "추정"이라는 단어를 꼭 붙이십시오. 나중에 견적서가 다르게 나오면 신뢰를 잃습니다.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 A와 B를 섞어 말하면 학부모가 혼란스러워합니다. 공동체로 들어오는 학생은 B만 보시면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이메일 한 통이 1년을 좌우합니다. 오늘 보내십시오.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내부용입니다. 학부모 배포본에서는 빼셔도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spc="3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유학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간호학</a:t>
            </a:r>
            <a:endParaRPr lang="en-US" sz="5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진학편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대학교  ·  IMU (International Medical University)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11535" cy="18288"/>
          </a:xfrm>
          <a:prstGeom prst="rect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파운데이션은 필수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직행이 안 됩니다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 미이수 학생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인문 예과(FIA) 경로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5년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5157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예과 1년 + 학사 4년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19963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IM해외선교본부 · 말레이시아 지부   |   기준일 2026.9.25 · 환율 RM 1 ≈ 365원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요약 — 네 가지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조건: 고교 과학 미이수 · 수학 95점 · TOEFL iBT 80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1225296"/>
          </a:xfrm>
          <a:prstGeom prst="roundRect">
            <a:avLst>
              <a:gd name="adj" fmla="val 5970"/>
            </a:avLst>
          </a:prstGeom>
          <a:solidFill>
            <a:srgbClr val="F1EDE4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066544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14884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0116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파운데이션은 필수입니다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44752" y="235915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고교 졸업생은 두 학교 모두 간호학 학사로 바로 입학할 수 없습니다. 1년 파운데이션(예과)을 반드시 거쳐야 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1828800"/>
            <a:ext cx="5358384" cy="1225296"/>
          </a:xfrm>
          <a:prstGeom prst="roundRect">
            <a:avLst>
              <a:gd name="adj" fmla="val 5970"/>
            </a:avLst>
          </a:prstGeom>
          <a:solidFill>
            <a:srgbClr val="F1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2066544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4884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0116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 예과(FIST · FIS)는 입학 불가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35915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FIST와 IMU FIS 모두 고교 과학 과목 이수를 입학 조건으로 요구합니다. 과학 미이수라면 두 학교 다 인문 예과(FIA)가 유일한 문입니다.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358384" cy="1225296"/>
          </a:xfrm>
          <a:prstGeom prst="roundRect">
            <a:avLst>
              <a:gd name="adj" fmla="val 5970"/>
            </a:avLst>
          </a:prstGeom>
          <a:solidFill>
            <a:srgbClr val="F1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3456432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353872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44752" y="34015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FIA가 가장 확실합니다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444752" y="37490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IMU는 FIA → 간호학 진학 시 고교 과학 이수를 요구하지 않습니다. 선웨이는 과학 1과목 크레딧을 추가로 요구합니다.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0488" y="3218688"/>
            <a:ext cx="5358384" cy="1225296"/>
          </a:xfrm>
          <a:prstGeom prst="roundRect">
            <a:avLst>
              <a:gd name="adj" fmla="val 5970"/>
            </a:avLst>
          </a:prstGeom>
          <a:solidFill>
            <a:srgbClr val="F1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46520" y="3456432"/>
            <a:ext cx="402336" cy="402336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353872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4015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5년, 2032년 졸업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7490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예과 1년 + 학사 4년입니다. 지금 준비하면 2027년 예과 입학 → 2028년 학사 입학 → 2032년 졸업이 현실적입니다.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10911535" cy="658368"/>
          </a:xfrm>
          <a:prstGeom prst="roundRect">
            <a:avLst>
              <a:gd name="adj" fmla="val 9722"/>
            </a:avLst>
          </a:prstGeom>
          <a:solidFill>
            <a:srgbClr val="F5EED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6112" y="4663440"/>
            <a:ext cx="103994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TOEFL iBT 80점은 이미 충분합니다 — 학사 기준 iBT 46, FIA 기준 iBT 40입니다. 영어는 변수가 아니고, 과학 과목이 변수입니다.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자료는 "고교에서 과학을 이수하지 않은 학생"을 전제로 작성했습니다. 이과 계열 졸업생은 FIST · FIS 경로가 더 짧고 저렴합니다.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대학 한눈에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간호학 학사(Bachelor of Nursing) 기준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3749040"/>
          </a:xfrm>
          <a:prstGeom prst="roundRect">
            <a:avLst>
              <a:gd name="adj" fmla="val 1951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93392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 (추천)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774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International Medical University · 쿠알라룸푸르 부킷자릴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의·보건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특화 대학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42032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42032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42032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입학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69664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69664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4·7·9월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169664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입학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621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621024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Bachelor of Nursing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학제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409651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예과 1년 + 학사 4년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→ 간호학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457200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고교 과학 요구 없음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047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학비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468880" y="5047488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5,637만 원 (부대비 포함)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90488" y="1828800"/>
            <a:ext cx="5358384" cy="3749040"/>
          </a:xfrm>
          <a:prstGeom prst="roundRect">
            <a:avLst>
              <a:gd name="adj" fmla="val 1951"/>
            </a:avLst>
          </a:prstGeom>
          <a:solidFill>
            <a:srgbClr val="F1ED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1993392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23774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University · 선웨이시티(반다르선웨이)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64808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4808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#354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QS 2027 세계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92440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92440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092440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입학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720072" y="2688336"/>
            <a:ext cx="1481328" cy="768096"/>
          </a:xfrm>
          <a:prstGeom prst="roundRect">
            <a:avLst>
              <a:gd name="adj" fmla="val 7143"/>
            </a:avLst>
          </a:prstGeom>
          <a:solidFill>
            <a:srgbClr val="13474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720072" y="27614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1·4·8월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9720072" y="314553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입학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64808" y="36210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019288" y="3621024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Bachelor of Nursing (Hons)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64808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학제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019288" y="409651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예과 1년 + 학사 4년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4572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→ 간호학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019288" y="457200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고교 과학 1과목 크레딧 필요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464808" y="5047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학비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019288" y="5047488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4,296만 원 (조건 충족 시)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선웨이가 학비는 약 1,340만 원 낮지만, 과학 조건을 충족해야 진학이 가능합니다. 이 조건이 이번 선택의 핵심입니다.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FOUNDATION TYPES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파운데이션 종류 확인 — FIA vs FIST · FIS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 예과와 인문 예과는 입학 조건부터 다릅니다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997135" y="54864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97135" y="5486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자료의 핵심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743200"/>
                <a:gridCol w="3017520"/>
                <a:gridCol w="1676095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파운데이션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예과 입학 조건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예과 → 간호학 진학 조건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학생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FIST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(과학기술 예과)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고교 이과 계열, 수학 포함 5과목 크레딧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(과학 2과목 포함)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예과 CGPA 2.50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 입학 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(과학 미이수)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(인문 예과)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고교 5과목 크레딧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예과 CGPA 2.50 + 고교 수학·과학 각 1과목 크레딧 + 면접·건강검진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조건부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(통합과학 인정 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IMU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(과학 예과)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수학·영어·과학 2과목(생물/화학/물리) 포함 5과목 C 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예과 cGPA 2.50 + 고교 수학·과학 2과목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 입학 불가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(과학 미이수)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IMU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(인문 예과)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고교 5과목 C 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(유학생은 MQA 동등성 기준)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예과 cGPA 2.50 + 고교 5과목 C 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(과학 요구 없음)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(추천)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5340096"/>
            <a:ext cx="10911535" cy="512064"/>
          </a:xfrm>
          <a:prstGeom prst="roundRect">
            <a:avLst>
              <a:gd name="adj" fmla="val 12500"/>
            </a:avLst>
          </a:prstGeom>
          <a:solidFill>
            <a:srgbClr val="F5EED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96112" y="5340096"/>
            <a:ext cx="103994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FIA는 2학기 선택과목으로 General Science를 운영하므로 본과 전 과학 기초를 보완할 수 있습니다. IMU 간호학과 재학생 중 FIA 출신 사례가 공식 홈페이지에 소개되어 있습니다.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선웨이 FIA 2026 Student Guide · 선웨이 FIST 2025 Guide · IMU Foundation in Arts · IMU Foundation in Science (각 학교 공식 홈페이지)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IMU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IMU FIA가 가장 확실한가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FIA라도 간호학으로 올라가는 조건이 다릅니다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58384" cy="2377440"/>
          </a:xfrm>
          <a:prstGeom prst="roundRect">
            <a:avLst>
              <a:gd name="adj" fmla="val 3077"/>
            </a:avLst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75104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FIA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40864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 조건이 없습니다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06624"/>
            <a:ext cx="4809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수료 후 간호학 진학 조건은 예과 cGPA 2.50과 고교 5과목 C 이상뿐입니다. 고교에서 과학을 듣지 않아도 진학이 막히지 않습니다.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 선택과목으로 General Science를 들을 수 있어 본과 전에 과학 기초를 보완할 수 있습니다.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1828800"/>
            <a:ext cx="5358384" cy="2377440"/>
          </a:xfrm>
          <a:prstGeom prst="roundRect">
            <a:avLst>
              <a:gd name="adj" fmla="val 3077"/>
            </a:avLst>
          </a:prstGeom>
          <a:solidFill>
            <a:srgbClr val="F7EB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4808" y="1975104"/>
            <a:ext cx="4809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FIA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340864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 1과목 크레딧이 추가로 필요합니다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706624"/>
            <a:ext cx="4809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입학 자체는 고교 5과목 크레딧이면 됩니다. 문제는 간호학으로 올라갈 때입니다 — 예과 CGPA 2.50에 더해 고교 수학·과학 각 1과목 크레딧과 면접·건강검진을 요구합니다.</a:t>
            </a: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endParaRPr lang="en-US" sz="12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고교 "통합과학"이 이 과학 1과목으로 인정되는지가 관건입니다.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34256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1ED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07408"/>
            <a:ext cx="10362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영어는 이미 충족했습니다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66344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기준 TOEFL iBT 46 · FIA 기준 iBT 40입니다. 보유 중인 iBT 80점은 두 기준을 모두 여유 있게 넘습니다. 수학 95점도 어느 경로에서든 문제가 되지 않습니다.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248656"/>
            <a:ext cx="10911535" cy="603504"/>
          </a:xfrm>
          <a:prstGeom prst="roundRect">
            <a:avLst>
              <a:gd name="adj" fmla="val 10606"/>
            </a:avLst>
          </a:prstGeom>
          <a:solidFill>
            <a:srgbClr val="F5EE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5248656"/>
            <a:ext cx="1039947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— 선웨이는 "통합과학 인정" 서면 회신을 받기 전까지 확정할 수 없습니다. IMU FIA는 지금 조건으로 바로 지원할 수 있습니다.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로드맵 — 입학부터 졸업까지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예과 1년 + 학사 4년 · 두 학교 모두 동일한 구조입니다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92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792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예과 입학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93208" y="1792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예과 수료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260336" y="1792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학사 입학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427464" y="1792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졸업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048256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347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048256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(추천)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2048256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D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72384" y="21579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 7월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072384" y="23957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1년 (3학기)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3회 4·7·9월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93208" y="2048256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D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39512" y="21579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2028년 중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23957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cGPA 2.50 이상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0336" y="2048256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D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21579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2028년 9월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3957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간호학 4년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매년 9월 개강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427464" y="2048256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D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73768" y="21579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2032년 여름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573768" y="239572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Bachelor of Nursing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145536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A841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" y="3145536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26080" y="3145536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D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72384" y="325526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2027년 8월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072384" y="34930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1년 (3학기)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3회 1·4·8월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93208" y="3145536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D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39512" y="325526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2028년 중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239512" y="34930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CGPA 2.50 + 과학 조건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260336" y="3145536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DE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06640" y="325526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2028년 10월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34930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간호학 4년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매년 10월 개강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427464" y="3145536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1EDE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573768" y="325526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2032년 가을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573768" y="34930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Bachelor of Nursing (Hons)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352544"/>
            <a:ext cx="5358384" cy="914400"/>
          </a:xfrm>
          <a:prstGeom prst="roundRect">
            <a:avLst>
              <a:gd name="adj" fmla="val 8000"/>
            </a:avLst>
          </a:prstGeom>
          <a:solidFill>
            <a:srgbClr val="F5EED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4400" y="4443984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1년을 앞당길 수 있습니다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4400" y="4700016"/>
            <a:ext cx="4809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 IMU FIA 학기에 추가 등록이 가능하면 학사 입학이 2027년 9월로 1년 당겨집니다. 즉시 문의할 가치가 있습니다.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90488" y="4352544"/>
            <a:ext cx="5358384" cy="914400"/>
          </a:xfrm>
          <a:prstGeom prst="roundRect">
            <a:avLst>
              <a:gd name="adj" fmla="val 8000"/>
            </a:avLst>
          </a:prstGeom>
          <a:solidFill>
            <a:srgbClr val="F7EBE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64808" y="4443984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선웨이는 8월 입학이 공백이 가장 짧습니다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464808" y="4700016"/>
            <a:ext cx="4809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FIA는 1·4·8월에 들어갈 수 있지만 학사가 10월에만 개강합니다. 1월·4월에 들어가면 수료 후 대기 기간이 생깁니다.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5376672"/>
            <a:ext cx="10911535" cy="475488"/>
          </a:xfrm>
          <a:prstGeom prst="roundRect">
            <a:avLst>
              <a:gd name="adj" fmla="val 13462"/>
            </a:avLst>
          </a:prstGeom>
          <a:solidFill>
            <a:srgbClr val="F1EDE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96112" y="5376672"/>
            <a:ext cx="1039947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개강이 IMU는 9월, 선웨이는 10월로 연 1회뿐입니다 — 예과 수료 시점을 여기에 맞춰 역산하십시오.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FEES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— 학비 상세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→ 간호학 학사 · 환율 RM 1 ≈ 365원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2194560"/>
                <a:gridCol w="3047695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MYR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FIA 수업료 (3학기)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34,344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1,254만 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10,800/학기 + SST 6%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간호학 학사 수업료 (8학기)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110,240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4,024만 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 13,000/학기 + SST 6%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수업료 소계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144,584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5,277만 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부대비 (지원·등록·유학생 행정비)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9,860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360만 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학사 지원비는 FIA 수료생 면제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총계 (예치금 제외)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154,444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5,637만 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환불 예치금 RM 2,000 별도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956048"/>
            <a:ext cx="5358384" cy="877824"/>
          </a:xfrm>
          <a:prstGeom prst="roundRect">
            <a:avLst>
              <a:gd name="adj" fmla="val 8333"/>
            </a:avLst>
          </a:prstGeom>
          <a:solidFill>
            <a:srgbClr val="F5EE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5047488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장학금 — IMU 간호학 bursary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303520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적격자에게 RM 10,000 (약 365만 원)이 감면됩니다. 오퍼레터 단계에서 적용 여부를 확인하십시오.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0488" y="4956048"/>
            <a:ext cx="5358384" cy="877824"/>
          </a:xfrm>
          <a:prstGeom prst="roundRect">
            <a:avLst>
              <a:gd name="adj" fmla="val 8333"/>
            </a:avLst>
          </a:prstGeom>
          <a:solidFill>
            <a:srgbClr val="F1EDE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64808" y="5047488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지원비가 면제됩니다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5303520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FIA를 IMU에서 수료하면 학사 과정 지원비를 다시 내지 않습니다. 같은 학교에서 올라가는 이점입니다.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IMU 공식 홈페이지 (Foundation in Arts · Bachelor of Nursing)  |  모든 학비는 매년 인상될 수 있으며 오퍼레터로 최종 확인이 필요합니다.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FEES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학비 상세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→ 간호학 학사 · 환율 RM 1 ≈ 365원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2194560"/>
                <a:gridCol w="304769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MYR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FIA 1년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27,450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1,002만 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중개사이트 기준 추정 — 학교 확인 필요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간호학 학사 4년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90,000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3,294만 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공식 연 USD 5,756 × 4년 (USD 1 ≈ RM 3.92)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117,450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4,296만 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SST·유학생 행정비 포함 여부 확인 필요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041648"/>
            <a:ext cx="10911535" cy="877824"/>
          </a:xfrm>
          <a:prstGeom prst="roundRect">
            <a:avLst>
              <a:gd name="adj" fmla="val 8333"/>
            </a:avLst>
          </a:prstGeom>
          <a:solidFill>
            <a:srgbClr val="F7EB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133088"/>
            <a:ext cx="10362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금액은 확정액이 아닙니다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38912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유학생 학비는 중개사이트 기준 추정치이고, 학사 학비는 학교가 달러로 안내한 금액을 링깃으로 환산한 값입니다. 여기에 6% 서비스세와 유학생 행정비가 포함돼 있는지도 확인되지 않았습니다. 학교 견적서를 받기 전에는 예산의 기준으로 쓰시면 안 됩니다.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50292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F1EDE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5120640"/>
            <a:ext cx="10362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선웨이가 약 1,340만 원 저렴합니다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376672"/>
            <a:ext cx="10362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약 4,296만 원 대비 선웨이 약 5,637만 원 — 추정치 기준 차액은 약 1,340만 원입니다. 다만 이 금액을 얻으려면 "통합과학 인정"이라는 조건을 먼저 통과해야 합니다.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선웨이 Bachelor of Nursing (Honours) 공식 페이지 · 선웨이 FIA 2026 Student Guide  |  달러 표기는 참고용이며 실제 납부는 링깃입니다.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졸업까지 총 예산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기준 · 두 가지 기준으로 나눠 보셔야 합니다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1051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A — 학비 + 생활비 (개인 유학)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39696"/>
          <a:ext cx="5358384" cy="914400"/>
        </p:xfrm>
        <a:graphic>
          <a:graphicData uri="http://schemas.openxmlformats.org/drawingml/2006/table">
            <a:tbl>
              <a:tblPr/>
              <a:tblGrid>
                <a:gridCol w="2066544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IMU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학비 총액 (5년)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5,637만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4,296만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생활비 (5년)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4,380 ~ 5,256만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4,380 ~ 5,256만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총액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17만 ~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1억 893만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8,676 ~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9,552만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190488" y="181051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B — IM 공동체 과정으로 들어갈 경우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2139696"/>
          <a:ext cx="5358384" cy="914400"/>
        </p:xfrm>
        <a:graphic>
          <a:graphicData uri="http://schemas.openxmlformats.org/drawingml/2006/table">
            <a:tbl>
              <a:tblPr/>
              <a:tblGrid>
                <a:gridCol w="2066544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IMU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학비 총액 (5년)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5,637만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4,296만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공동체 운영비 · 비자 · 입학비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8,400만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8,400만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졸업까지 총액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1억 4,037만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1억 2,696만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4114800"/>
            <a:ext cx="5358384" cy="1133856"/>
          </a:xfrm>
          <a:prstGeom prst="roundRect">
            <a:avLst>
              <a:gd name="adj" fmla="val 6452"/>
            </a:avLst>
          </a:prstGeom>
          <a:solidFill>
            <a:srgbClr val="F1EDE4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14400" y="42062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생활비 — 월 RM 2,000 ~ 2,400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4462272"/>
            <a:ext cx="4809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인근 기준 연 약 876만 ~ 1,051만 원입니다. 5년이면 4,380만 ~ 5,256만 원입니다. 별도로 유학생 비자 행정비가 최대 RM 3,500 들고 매년 갱신비가 붙습니다.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0488" y="4114800"/>
            <a:ext cx="5358384" cy="1133856"/>
          </a:xfrm>
          <a:prstGeom prst="roundRect">
            <a:avLst>
              <a:gd name="adj" fmla="val 6452"/>
            </a:avLst>
          </a:prstGeom>
          <a:solidFill>
            <a:srgbClr val="F5EED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64808" y="420624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B의 내역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464808" y="4462272"/>
            <a:ext cx="48097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공동체 운영비 1,440만/년 × 5년 = 7,200만, 학생비자 갱신 140만/년 × 5년 = 700만, 입학비 500만 (입회 시 1회)을 더한 금액입니다. 공동체 운영비에 숙식이 포함되므로 기준 A의 생활비와 중복 계산하지 마십시오.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5358384"/>
            <a:ext cx="10911535" cy="493776"/>
          </a:xfrm>
          <a:prstGeom prst="roundRect">
            <a:avLst>
              <a:gd name="adj" fmla="val 12963"/>
            </a:avLst>
          </a:prstGeom>
          <a:solidFill>
            <a:srgbClr val="F7EBE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96112" y="5358384"/>
            <a:ext cx="103994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민감도 — RM 1이 10원 오르면 IMU 총 학비가 약 150만 원 늘어납니다. 1·2편은 RM 1 = 339원 기준이고 이 자료는 365원 기준이라 직접 비교하지 마십시오.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장학금(IMU 간호학 bursary RM 10,000 · 약 365만 원)은 반영하지 않았습니다 · 환불 예치금 RM 2,000 별도 · 항공·보험 별도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347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1F6B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 CONFIRM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서면으로 확인할 것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가지입니다 · 선웨이 두 건이 가장 급합니다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371600" cy="694944"/>
          </a:xfrm>
          <a:prstGeom prst="roundRect">
            <a:avLst>
              <a:gd name="adj" fmla="val 6579"/>
            </a:avLst>
          </a:prstGeom>
          <a:solidFill>
            <a:srgbClr val="A841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21408" y="1828800"/>
            <a:ext cx="9430207" cy="694944"/>
          </a:xfrm>
          <a:prstGeom prst="roundRect">
            <a:avLst>
              <a:gd name="adj" fmla="val 6579"/>
            </a:avLst>
          </a:prstGeom>
          <a:solidFill>
            <a:srgbClr val="F1EDE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22576" y="1920240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고교 "통합과학"이 간호학 진학 조건의 과학 1과목 크레딧으로 인정되는가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322576" y="2194560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답 하나로 선웨이 경로의 가부가 결정됩니다. 가장 먼저 물으셔야 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33472"/>
            <a:ext cx="1371600" cy="694944"/>
          </a:xfrm>
          <a:prstGeom prst="roundRect">
            <a:avLst>
              <a:gd name="adj" fmla="val 6579"/>
            </a:avLst>
          </a:prstGeom>
          <a:solidFill>
            <a:srgbClr val="A841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633472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21408" y="2633472"/>
            <a:ext cx="9430207" cy="694944"/>
          </a:xfrm>
          <a:prstGeom prst="roundRect">
            <a:avLst>
              <a:gd name="adj" fmla="val 6579"/>
            </a:avLst>
          </a:prstGeom>
          <a:solidFill>
            <a:srgbClr val="F1ED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322576" y="2724912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FIA 유학생 학비 확정액과 학사 과정의 SST · 유학생 행정비 포함 여부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322576" y="2999232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금액은 중개사이트 추정치입니다. 견적서를 받아야 예산이 확정됩니다.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38144"/>
            <a:ext cx="1371600" cy="694944"/>
          </a:xfrm>
          <a:prstGeom prst="roundRect">
            <a:avLst>
              <a:gd name="adj" fmla="val 6579"/>
            </a:avLst>
          </a:prstGeom>
          <a:solidFill>
            <a:srgbClr val="1F6B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438144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21408" y="3438144"/>
            <a:ext cx="9430207" cy="694944"/>
          </a:xfrm>
          <a:prstGeom prst="roundRect">
            <a:avLst>
              <a:gd name="adj" fmla="val 6579"/>
            </a:avLst>
          </a:prstGeom>
          <a:solidFill>
            <a:srgbClr val="F1ED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322576" y="3529584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 FIA 학기 추가 등록이 가능한가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322576" y="3803904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가능하면 학사 입학이 2027년 9월로 당겨져 전체 일정이 1년 짧아집니다.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242816"/>
            <a:ext cx="1371600" cy="694944"/>
          </a:xfrm>
          <a:prstGeom prst="roundRect">
            <a:avLst>
              <a:gd name="adj" fmla="val 6579"/>
            </a:avLst>
          </a:prstGeom>
          <a:solidFill>
            <a:srgbClr val="1F6B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242816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121408" y="4242816"/>
            <a:ext cx="9430207" cy="694944"/>
          </a:xfrm>
          <a:prstGeom prst="roundRect">
            <a:avLst>
              <a:gd name="adj" fmla="val 6579"/>
            </a:avLst>
          </a:prstGeom>
          <a:solidFill>
            <a:srgbClr val="F1EDE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22576" y="4334256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고교 성적의 MQA 동등성 인정 — FIA 입학 및 간호학 조건부 오퍼 발급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322576" y="4608576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유학생은 MQA 동등성 기준을 적용받습니다. 조건부 오퍼를 미리 확보하십시오.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047488"/>
            <a:ext cx="1371600" cy="694944"/>
          </a:xfrm>
          <a:prstGeom prst="roundRect">
            <a:avLst>
              <a:gd name="adj" fmla="val 6579"/>
            </a:avLst>
          </a:prstGeom>
          <a:solidFill>
            <a:srgbClr val="C08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047488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121408" y="5047488"/>
            <a:ext cx="9430207" cy="694944"/>
          </a:xfrm>
          <a:prstGeom prst="roundRect">
            <a:avLst>
              <a:gd name="adj" fmla="val 6579"/>
            </a:avLst>
          </a:prstGeom>
          <a:solidFill>
            <a:srgbClr val="F1EDE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322576" y="5138928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요건 재확인 — 학사 TOEFL iBT 46 · FIA iBT 40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322576" y="5413248"/>
            <a:ext cx="899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iBT 80점으로 충족됩니다. 성적 유효기간만 확인하면 됩니다.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888736"/>
            <a:ext cx="10911535" cy="438912"/>
          </a:xfrm>
          <a:prstGeom prst="roundRect">
            <a:avLst>
              <a:gd name="adj" fmla="val 12500"/>
            </a:avLst>
          </a:prstGeom>
          <a:solidFill>
            <a:srgbClr val="F5EED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96112" y="5888736"/>
            <a:ext cx="103994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1·2번 답이 오기 전까지는 IMU를 기본안으로 두고 준비하십시오 — 기다리다 인테이크를 놓치는 것이 가장 큰 손해입니다.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40080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0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89888" y="457200"/>
            <a:ext cx="101617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2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SOURCES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676656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출처와 전제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25296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홈페이지를 우선 확인했습니다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자료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31136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176272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간호학 학사 — Bachelor of Nursing (Honours) 공식 페이지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2651760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FIA 2026 Student Guide (PDF)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82112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182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127248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FIST 2025 Student Guide (PDF)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3602736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간호학 학사 — Bachelor of Nursing 공식 페이지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33088"/>
            <a:ext cx="237744" cy="237744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4078224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IMU Foundation in Arts (FIA) · Foundation in Science (FIS)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1828800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자료의 전제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0488" y="2231136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90488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2176272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조건 — 고교 과학 미이수 · 수학 95점 · TOEFL iBT 80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0488" y="2706624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90488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2651760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RM 1 ≈ 365원 (1·2편은 339원 기준)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3182112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0488" y="3182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3127248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기준일 2026년 9월 25일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90488" y="3657600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90488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3602736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금액은 추정치 — 견적서로 확정 필요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90488" y="4133088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90488" y="4133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4078224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학비는 매년 인상될 수 있음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754880"/>
            <a:ext cx="10911535" cy="1097280"/>
          </a:xfrm>
          <a:prstGeom prst="roundRect">
            <a:avLst>
              <a:gd name="adj" fmla="val 6667"/>
            </a:avLst>
          </a:prstGeom>
          <a:solidFill>
            <a:srgbClr val="13474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4864608"/>
            <a:ext cx="10362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spc="15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마지막으로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" y="5120640"/>
            <a:ext cx="10362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학비는 입학 전 학교 공식 견적서(Offer Letter)로 최종 확인해야 합니다. 특히 선웨이는 유학생 학비가 공개돼 있지 않아 이 자료의 금액이 바뀔 수 있습니다.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자료는 간호학 단일 전공 기준입니다. 1편(테일러스·선웨이)·2편(모나쉬·노팅엄)과 환율 기준이 다르므로 총액을 직접 비교하지 마십시오.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말레이시아 유학 — 간호학편 (선웨이 · IMU)</dc:title>
  <dc:subject>PptxGenJS Presentation</dc:subject>
  <dc:creator>필리핀 해외선교본부 · 말레이시아 지부</dc:creator>
  <cp:lastModifiedBy>필리핀 해외선교본부 · 말레이시아 지부</cp:lastModifiedBy>
  <cp:revision>1</cp:revision>
  <dcterms:created xsi:type="dcterms:W3CDTF">2026-10-12T02:44:52Z</dcterms:created>
  <dcterms:modified xsi:type="dcterms:W3CDTF">2026-10-12T02:44:52Z</dcterms:modified>
</cp:coreProperties>
</file>