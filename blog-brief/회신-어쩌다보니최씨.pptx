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6012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레퍼런스 블로그(레베카 유학센터)의 로고·문구·색은 다른 회사 자산이므로 사용하지 않았다. 구조만 참고한 자리표시자 샘플이다.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빈칸은 모두 실제 텍스트 상자다. 파워포인트에서 클릭해 바로 입력할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번호는 위치 안내용이다. 실제 기입은 다음 세 장의 말풍선에서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상단 바 색은 「색상 정하기」 장의 첫 번째(가장 진한 색)를 따른다.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7번 소개 문구는 줄당 20자 안쪽이 보기 좋다. 8번 버튼은 글자와 연결 주소를 함께 받아야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아이콘 6개는 그림 파일로 받아야 한다. 없으면 현재 임시 아이콘을 그대로 쓸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색 코드를 몰라도 된다는 점을 강조한다. 기존 회사 색이 있으면 그것을 우선한다.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카카오톡 원본 전송 옵션을 쓰면 되지만, 실수 방지를 위해 메일을 기본으로 안내한다.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1번이 가장 중요하다. 작업 전에 반드시 합의해 두어야 나중에 분쟁이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완벽한 회신을 기다리기보다, 받은 만큼으로 1차 시안을 만들어 보여주는 편이 진행이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2588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블로그 메인 화면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요청서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154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BD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홈페이지형 블로그 · 내용을 채워 회신해 주세요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3794760"/>
            <a:ext cx="5120640" cy="1417320"/>
          </a:xfrm>
          <a:prstGeom prst="roundRect">
            <a:avLst>
              <a:gd name="adj" fmla="val 3871"/>
            </a:avLst>
          </a:prstGeom>
          <a:solidFill>
            <a:srgbClr val="5B4483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B2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블로그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3977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rokaf2002730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3616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B2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카테고리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43616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(categoryNo 6 ~ 11)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745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B2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47457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조현규</a:t>
            </a:r>
            <a:endParaRPr lang="en-US" sz="1200" dirty="0"/>
          </a:p>
        </p:txBody>
      </p:sp>
      <p:pic>
        <p:nvPicPr>
          <p:cNvPr id="11" name="Image 0" descr="assets/skin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304288"/>
            <a:ext cx="5074920" cy="2011680"/>
          </a:xfrm>
          <a:prstGeom prst="rect">
            <a:avLst/>
          </a:prstGeom>
          <a:effectLst>
            <a:outerShdw blurRad="2286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12" name="Text 9"/>
          <p:cNvSpPr txBox="1"/>
          <p:nvPr/>
        </p:nvSpPr>
        <p:spPr>
          <a:xfrm>
            <a:off x="6355080" y="4462272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BD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위 그림은 자리표시자 샘플입니다.</a:t>
            </a:r>
            <a:endParaRPr lang="en-US" sz="10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BD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실제 자료를 받으면 그대로 갈아 끼웁니다.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문서를 쓰는 법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가지만 해주시면 됩니다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658368" cy="65836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4173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3990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봅니다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783080"/>
            <a:ext cx="5120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장 그림에 1번부터 11번까지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붙어 있습니다.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곧 채워야 할 자리입니다.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044952"/>
            <a:ext cx="658368" cy="65836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0449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적습니다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10712"/>
            <a:ext cx="5120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번호마다 말풍선이 하나씩 있습니다.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안 흰 칸을 클릭해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타이핑하시면 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72584"/>
            <a:ext cx="658368" cy="65836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46725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6542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파일을 보내주십니다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038344"/>
            <a:ext cx="5120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로고와 사진은 글로 적을 수 없습니다.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뒤쪽 「보내주셔야 할 그림 파일」 장의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규격대로 보내주십시오.</a:t>
            </a:r>
            <a:endParaRPr lang="en-US" sz="1200" dirty="0"/>
          </a:p>
        </p:txBody>
      </p:sp>
      <p:pic>
        <p:nvPicPr>
          <p:cNvPr id="18" name="Image 0" descr="assets/skin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1645920"/>
            <a:ext cx="4754880" cy="1883664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967728" y="1645920"/>
            <a:ext cx="4754880" cy="1883664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67728" y="36027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자리표시자 샘플 상태입니다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967728" y="4114800"/>
            <a:ext cx="4754880" cy="2011680"/>
          </a:xfrm>
          <a:prstGeom prst="roundRect">
            <a:avLst>
              <a:gd name="adj" fmla="val 2727"/>
            </a:avLst>
          </a:prstGeom>
          <a:solidFill>
            <a:srgbClr val="EFEAF6"/>
          </a:solidFill>
          <a:ln w="12700">
            <a:solidFill>
              <a:srgbClr val="EFEA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42048" y="43159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완벽하지 않아도 됩니다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242048" y="4663440"/>
            <a:ext cx="4206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것만 적어 보내주십시오.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지금의 샘플 값으로 두고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만들어 보여드리겠습니다.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화면으로 보시면 무엇을 바꾸고 싶은지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쉽게 정해집니다.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시안 — 번호 위치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분홍 번호는 채워야 할 자리를 가리킵니다. 글자를 가리지 않도록 옆에 붙여 두었습니다.</a:t>
            </a:r>
            <a:endParaRPr lang="en-US" sz="1200" dirty="0"/>
          </a:p>
        </p:txBody>
      </p:sp>
      <p:pic>
        <p:nvPicPr>
          <p:cNvPr id="6" name="Image 0" descr="assets/skin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11274552" cy="44628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417320"/>
            <a:ext cx="11274552" cy="4462843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64938" y="1661851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564938" y="16618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872698" y="149155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872698" y="149155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872698" y="1879121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872698" y="18791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73182" y="16794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0373182" y="16794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130016" y="2454592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130016" y="2454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725894" y="2589652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725894" y="25896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725894" y="3259079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725894" y="32590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107585" y="4116414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4107585" y="41164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812919" y="4116414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812919" y="41164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698266" y="5085321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2698266" y="50853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698266" y="5531606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2698266" y="55316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5961888"/>
            <a:ext cx="11274552" cy="566928"/>
          </a:xfrm>
          <a:prstGeom prst="roundRect">
            <a:avLst>
              <a:gd name="adj" fmla="val 8065"/>
            </a:avLst>
          </a:prstGeom>
          <a:solidFill>
            <a:srgbClr val="EFEAF6"/>
          </a:solidFill>
          <a:ln w="12700">
            <a:solidFill>
              <a:srgbClr val="EFEAF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6016752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1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 로고 심벌        2  블로그 이름        3  이름 아래 부제        4  위쪽 메뉴 4개        5  배경 사진        6  큰 제목</a:t>
            </a:r>
            <a:endParaRPr lang="en-US" sz="110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1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 소개 문구 2줄        8  왼쪽 버튼        9  오른쪽 번호        10  아이콘 그림 6개        11  아이콘 아래 글자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띠 — 1 ~ 4번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보라색 가로 띠 부분입니다</a:t>
            </a:r>
            <a:endParaRPr lang="en-US" sz="1200" dirty="0"/>
          </a:p>
        </p:txBody>
      </p:sp>
      <p:pic>
        <p:nvPicPr>
          <p:cNvPr id="6" name="Image 0" descr="assets/crop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98448"/>
            <a:ext cx="11274552" cy="9973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298448"/>
            <a:ext cx="11274552" cy="997364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51313" y="163828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51313" y="1638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91633" y="1407015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391633" y="14070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91633" y="1912925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391633" y="19129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348865" y="1652743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1348865" y="16527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5603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2679192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41832" y="2670048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 심벌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29809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분홍 원 (임시 도형)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3218688"/>
            <a:ext cx="2423160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— 로고 파일 별도 첨부 (logo.png / logo.svg)
텍스트형 로고, "최" 이니셜 원형 마크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19272" y="25603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456432" y="2679192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456432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3803904" y="2670048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블로그 이름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456432" y="29809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BLOG NAME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456432" y="3218688"/>
            <a:ext cx="2423160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어쩌다 보니 최씨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(영문·한글 모두 가능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12자 이내를 권합니다)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181344" y="25603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18504" y="2679192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18504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665976" y="2670048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아래 부제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318504" y="29809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SUB TITLE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318504" y="3218688"/>
            <a:ext cx="2423160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쓰다 보니 붙은 이름, 최씨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(18자 이내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없으면 "없음")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43416" y="25603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180576" y="2679192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180576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528048" y="2670048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메뉴 4개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9180576" y="29809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메뉴 하나 / 둘 / 셋 / 넷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9180576" y="3218688"/>
            <a:ext cx="2423160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첫째 : 매일 일상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둘째 : 전문가 채널 (직업이야기)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셋째 : 가족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넷째 : 취미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5989320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4번 메뉴는 글자만 정해주시면 됩니다. 어느 카테고리로 연결할지는 「아래 버튼 6개」 장에서 함께 정합니다.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5 ~ 9번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눈에 들어오는 영역입니다</a:t>
            </a:r>
            <a:endParaRPr lang="en-US" sz="1200" dirty="0"/>
          </a:p>
        </p:txBody>
      </p:sp>
      <p:pic>
        <p:nvPicPr>
          <p:cNvPr id="6" name="Image 0" descr="assets/crop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4480560" cy="192371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371600"/>
            <a:ext cx="4480560" cy="1923719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35337" y="1390286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435337" y="13902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99914" y="1589963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99914" y="15899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9914" y="2159773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99914" y="21597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01864" y="286594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001864" y="28659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128516" y="286594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128516" y="28659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405047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사진이 이 영역 전체를 채웁니다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3950208"/>
            <a:ext cx="4480560" cy="2514600"/>
          </a:xfrm>
          <a:prstGeom prst="roundRect">
            <a:avLst>
              <a:gd name="adj" fmla="val 2182"/>
            </a:avLst>
          </a:prstGeom>
          <a:solidFill>
            <a:srgbClr val="EFEAF6"/>
          </a:solidFill>
          <a:ln w="12700">
            <a:solidFill>
              <a:srgbClr val="EFEA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" y="4133088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수 안내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13232" y="4462272"/>
            <a:ext cx="396849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6번 큰 제목 — 10자 이내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7번 소개 문구 — 한 줄에 20자 이내, 두 줄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8번 버튼 글자 — 10자 이내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길어지면 글자가 작아지거나 줄이 늘어나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사진을 가립니다.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230368" y="129844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67528" y="164134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367528" y="16413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142646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사진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715000" y="175564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도시 실루엣</a:t>
            </a:r>
            <a:endParaRPr lang="en-US" sz="9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(임시 도형)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7717536" y="142646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— 일러스트 별도 첨부 (hero-illustration.png/svg)
6남매 중 다섯째(글쓴이, 남자)만 강조, 나머지 다섯은 여자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230368" y="235000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67528" y="269290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367528" y="2692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715000" y="247802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제목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5715000" y="280720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블로그 이름 자리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717536" y="247802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어쩌다 보니 최씨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230368" y="340156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367528" y="374446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367528" y="37444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715000" y="352958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문구 2줄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5715000" y="385876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여기에 한 줄 소개가</a:t>
            </a:r>
            <a:endParaRPr lang="en-US" sz="9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들어갑니다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7717536" y="352958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첫째 줄 : 쓰다 보니 쌓인 기록들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둘째 줄 : 여섯 중 다섯째, 최씨의 하루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230368" y="445312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367528" y="479602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367528" y="47960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715000" y="458114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버튼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5715000" y="491032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바로가기 버튼 &gt;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7717536" y="458114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버튼 글자 : 글 보러가기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눌렀을 때 갈 주소 : https://blog.naver.com/rokaf2002730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5230368" y="550468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367528" y="584758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367528" y="58475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5715000" y="563270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번호</a:t>
            </a:r>
            <a:endParaRPr lang="en-US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5715000" y="596188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대표번호 000-0000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7717536" y="563270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버튼 6개 — 10 ~ 11번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눌러서 이동하는 버튼입니다</a:t>
            </a:r>
            <a:endParaRPr lang="en-US" sz="1200" dirty="0"/>
          </a:p>
        </p:txBody>
      </p:sp>
      <p:pic>
        <p:nvPicPr>
          <p:cNvPr id="6" name="Image 0" descr="assets/crop-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11274552" cy="193128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280160"/>
            <a:ext cx="11274552" cy="1931289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20571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520571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5269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295269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69967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069967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44665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844665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19363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619363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394061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0394061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651760" y="326440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265176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999232" y="32552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안의 그림 (아이콘)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309360" y="326440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30936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656832" y="32552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아이콘 아래 글자 두 줄</a:t>
            </a:r>
            <a:endParaRPr 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67328"/>
          <a:ext cx="11274552" cy="2176272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윗줄 (작은 글자)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아랫줄 (굵은 글자)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연결할 카테고리 이름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 번호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쌓는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매일의 기록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일상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그날의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생각 노트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일상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일하며 배운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인프라 운영 이야기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전문가 채널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사업을 굴리는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사업관리 노트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전문가 채널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남매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 이야기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쉬어가는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취미 생활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취미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7" name="Text 23"/>
          <p:cNvSpPr txBox="1"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카테고리 번호는 요청서 순서(6~11) 그대로 확정했습니다. 아이콘 6개는 icons/ 폴더로 첨부했습니다.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 정하기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자리만 정하면 전체 분위기가 결정됩니다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6402" y="1380744"/>
            <a:ext cx="2101291" cy="960120"/>
          </a:xfrm>
          <a:prstGeom prst="rect">
            <a:avLst/>
          </a:prstGeom>
          <a:solidFill>
            <a:srgbClr val="4A2E7A"/>
          </a:solidFill>
          <a:ln w="12700">
            <a:solidFill>
              <a:srgbClr val="4A2E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03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#4A2E7A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진한 색.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 글씨는 흰색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03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#4A3728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61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2402" y="1380744"/>
            <a:ext cx="2101291" cy="960120"/>
          </a:xfrm>
          <a:prstGeom prst="rect">
            <a:avLst/>
          </a:prstGeom>
          <a:solidFill>
            <a:srgbClr val="6B4E9B"/>
          </a:solidFill>
          <a:ln w="12700">
            <a:solidFill>
              <a:srgbClr val="6B4E9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89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메인 색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889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#6B4E9B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889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제목·버튼·아이콘 원에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두루 쓰이는 색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889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#8B5E3C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47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48402" y="1380744"/>
            <a:ext cx="2101291" cy="960120"/>
          </a:xfrm>
          <a:prstGeom prst="rect">
            <a:avLst/>
          </a:prstGeom>
          <a:solidFill>
            <a:srgbClr val="E4739F"/>
          </a:solidFill>
          <a:ln w="12700">
            <a:solidFill>
              <a:srgbClr val="E4739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75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강조 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75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#E4739F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175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전화번호 버튼처럼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눈에 띄어야 할 곳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#E0954B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33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34402" y="1380744"/>
            <a:ext cx="2101291" cy="960120"/>
          </a:xfrm>
          <a:prstGeom prst="rect">
            <a:avLst/>
          </a:prstGeom>
          <a:solidFill>
            <a:srgbClr val="DCE9F5"/>
          </a:solidFill>
          <a:ln w="12700">
            <a:solidFill>
              <a:srgbClr val="DCE9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61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색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61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#DCE9F5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461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위 옅은 바탕.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사진을 쓰면 덜 중요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461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#F6F1EC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19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20402" y="1380744"/>
            <a:ext cx="2101291" cy="960120"/>
          </a:xfrm>
          <a:prstGeom prst="rect">
            <a:avLst/>
          </a:prstGeom>
          <a:solidFill>
            <a:srgbClr val="22252A"/>
          </a:solidFill>
          <a:ln w="12700">
            <a:solidFill>
              <a:srgbClr val="2225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47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글자색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747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#22252A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747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문구에 쓰이는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글자색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747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#2B2118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5488" y="4974336"/>
            <a:ext cx="11247120" cy="1335024"/>
          </a:xfrm>
          <a:prstGeom prst="roundRect">
            <a:avLst>
              <a:gd name="adj" fmla="val 3425"/>
            </a:avLst>
          </a:prstGeom>
          <a:solidFill>
            <a:srgbClr val="EFEAF6"/>
          </a:solidFill>
          <a:ln w="12700">
            <a:solidFill>
              <a:srgbClr val="EFEA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1389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고르는 가장 쉬운 방법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44982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코드(#으로 시작하는 여섯 자리)를 모르셔도 됩니다.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마음에 드는 색이 담긴 사진이나 이미지를 그냥 보내주시면 거기서 색을 뽑아 쓰겠습니다.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쓰고 계신 회사 색(명함·간판·기존 자료)이 있으면 그것을 알려주시는 편이 가장 좋습니다.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보내주셔야 할 그림 파일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글자로는 채울 수 없는 세 가지입니다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" y="1371600"/>
            <a:ext cx="3566160" cy="4041648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45920"/>
            <a:ext cx="566928" cy="566928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35608" y="16550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35608" y="1965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739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32304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세로 200px 이상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png 권장 (배경 투명)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· psd 원본이 있으면 더 좋음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4747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글자만으로 만들 수 있습니다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114800"/>
            <a:ext cx="305409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logo.png / logo.svg (첨부 완료)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15968" y="1371600"/>
            <a:ext cx="3566160" cy="4041648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645920"/>
            <a:ext cx="566928" cy="566928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16550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사진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76088" y="1965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739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432304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1920px 이상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jpg 또는 png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가로로 넓은 사진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34747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가운데에 글자가 얹히므로</a:t>
            </a:r>
            <a:endParaRPr lang="en-US" sz="10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가운데가 비어 있는 사진이 좋습니다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114800"/>
            <a:ext cx="305409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hero-illustration.png / .svg (첨부 완료)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6448" y="1371600"/>
            <a:ext cx="3566160" cy="4041648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0" y="1645920"/>
            <a:ext cx="566928" cy="566928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116568" y="16550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 아이콘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965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739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2432304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세로 200px 이상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png (배경 투명)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6개가 같은 그림체여야 함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34747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지금의 임시 아이콘을</a:t>
            </a:r>
            <a:endParaRPr lang="en-US" sz="10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써도 됩니다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4114800"/>
            <a:ext cx="305409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icons/icon-1~6.png·svg 총 6개 (첨부 완료)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75488" y="5650992"/>
            <a:ext cx="11247120" cy="384048"/>
          </a:xfrm>
          <a:prstGeom prst="rect">
            <a:avLst/>
          </a:prstGeom>
          <a:solidFill>
            <a:srgbClr val="EFEAF6"/>
          </a:solidFill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파일은 카카오톡보다 메일이나 네이버 MYBOX로 보내주십시오. 카카오톡은 사진을 자동으로 줄여 화질이 떨어집니다.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알아두실 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문제가 되기 쉬운 네 가지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" y="1335024"/>
            <a:ext cx="1124712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618488"/>
            <a:ext cx="475488" cy="475488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618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481328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4739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화면은 PC에서만 보입니다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819656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휴대폰으로 들어오면 이 디자인이 보이지 않습니다. 네이버가 그렇게 만들어 두었고 우회할 방법이 없습니다. 휴대폰 화면은 블로그 앱의 "홈편집"에서 따로 꾸며야 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" y="2596896"/>
            <a:ext cx="1124712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2880360"/>
            <a:ext cx="475488" cy="47548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74320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버튼은 그림이 아니라 투명한 판입니다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8152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버튼 6개는 그림 위에 투명한 클릭 판을 덮는 방식입니다. 그림과 판의 위치가 어긋나면 엉뚱한 곳이 눌립니다. 그래서 배경 그림을 정해진 규격대로 만들어야 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858768"/>
            <a:ext cx="1124712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142232"/>
            <a:ext cx="475488" cy="47548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" y="4142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005072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만들면 고치기가 번거롭습니다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4343400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 이름 하나만 바꿔도 배경 그림을 다시 만들어 올려야 합니다. 지금 단계에서 메뉴와 문구를 확정해 두는 편이 훨씬 낫습니다.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" y="5120640"/>
            <a:ext cx="1124712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5404104"/>
            <a:ext cx="475488" cy="47548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5404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266944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 없는 화면은 검색에 잡히지 않습니다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605272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그림에는 글자가 없어 네이버 검색에 걸리지 않습니다. 검색 유입은 개별 글이 담당하고, 이 화면은 첫인상을 담당한다고 보시면 됩니다.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회신 체크리스트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여섯 가지가 오면 바로 만들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" y="1371600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517904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1371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2번 · 3번 — 블로그 이름과 부제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" y="2066544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21284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206654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4번 — 위쪽 메뉴 4개의 글자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" y="2761488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907792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276148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6번 · 7번 — 큰 제목과 소개 문구 두 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" y="3456432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3602736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4564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8번 · 9번 — 버튼 글자와 갈 주소, 대표번호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" y="4151376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297680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43000" y="415137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버튼 6개의 이름 두 줄 (표)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" y="4846320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4992624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48463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파일 — 로고 · 배경 사진 · 아이콘 6개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73568" y="1371600"/>
            <a:ext cx="3749040" cy="3986784"/>
          </a:xfrm>
          <a:prstGeom prst="roundRect">
            <a:avLst>
              <a:gd name="adj" fmla="val 1463"/>
            </a:avLst>
          </a:prstGeom>
          <a:solidFill>
            <a:srgbClr val="3B2A5A"/>
          </a:solidFill>
          <a:ln w="12700">
            <a:solidFill>
              <a:srgbClr val="3B2A5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16276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보내주실 곳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47888" y="201168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파일에 그대로 적어 회신해 주십시오.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파일은 용량이 크므로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또는 네이버 MYBOX로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보내주시면 됩니다.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것부터 나눠 보내주셔도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괜찮습니다.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41605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즉시 1차 시안을 만들어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화면으로 보여드리겠습니다.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" y="5577840"/>
            <a:ext cx="11247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로고·배경 일러스트·아이콘 6개 파일을 모두 첨부했습니다 (logo, hero-illustration, icons 폴더).
categoryNo 6~11은 요청서에 적힌 순서를 그대로 확정해서 적용했습니다. 버튼 이름은 "인프라 운영 이야기" / "사업관리 노트"로 확정합니다 — 실제 담당 업무(나이스 클라우드 운영사업 사업관리)를 반영한 이름입니다.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00000"/>
            <a:ext cx="1127455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A3728"/>
                </a:solidFill>
              </a:rPr>
              <a:t>첨부 이미지 미리보기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0000"/>
            <a:ext cx="11274552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118"/>
                </a:solidFill>
              </a:rPr>
              <a:t>로고 · 배경 일러스트 · 아이콘 6개 — 실제 파일로 별도 첨부되어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5E3C"/>
                </a:solidFill>
              </a:rPr>
              <a:t>1. 로고 (logo.png / logo.svg)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50000"/>
            <a:ext cx="900000" cy="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650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5E3C"/>
                </a:solidFill>
              </a:rPr>
              <a:t>2. 배경 사진 — 일러스트 (hero-illustration.png / .svg)</a:t>
            </a:r>
          </a:p>
        </p:txBody>
      </p:sp>
      <p:pic>
        <p:nvPicPr>
          <p:cNvPr id="7" name="Picture 6" descr="hero-illus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000" y="2980000"/>
            <a:ext cx="9000000" cy="30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20000"/>
            <a:ext cx="6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5E3C"/>
                </a:solidFill>
              </a:rPr>
              <a:t>3. 버튼 아이콘 6개 (icons/)</a:t>
            </a:r>
          </a:p>
        </p:txBody>
      </p:sp>
      <p:pic>
        <p:nvPicPr>
          <p:cNvPr id="9" name="Picture 8" descr="icon-1-dai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20000"/>
            <a:ext cx="600000" cy="600000"/>
          </a:xfrm>
          <a:prstGeom prst="rect">
            <a:avLst/>
          </a:prstGeom>
        </p:spPr>
      </p:pic>
      <p:pic>
        <p:nvPicPr>
          <p:cNvPr id="10" name="Picture 9" descr="icon-2-though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110" y="6320000"/>
            <a:ext cx="600000" cy="600000"/>
          </a:xfrm>
          <a:prstGeom prst="rect">
            <a:avLst/>
          </a:prstGeom>
        </p:spPr>
      </p:pic>
      <p:pic>
        <p:nvPicPr>
          <p:cNvPr id="11" name="Picture 10" descr="icon-3-inf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020" y="6320000"/>
            <a:ext cx="600000" cy="600000"/>
          </a:xfrm>
          <a:prstGeom prst="rect">
            <a:avLst/>
          </a:prstGeom>
        </p:spPr>
      </p:pic>
      <p:pic>
        <p:nvPicPr>
          <p:cNvPr id="12" name="Picture 11" descr="icon-4-managem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1930" y="6320000"/>
            <a:ext cx="600000" cy="600000"/>
          </a:xfrm>
          <a:prstGeom prst="rect">
            <a:avLst/>
          </a:prstGeom>
        </p:spPr>
      </p:pic>
      <p:pic>
        <p:nvPicPr>
          <p:cNvPr id="13" name="Picture 12" descr="icon-5-famil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96840" y="6320000"/>
            <a:ext cx="600000" cy="600000"/>
          </a:xfrm>
          <a:prstGeom prst="rect">
            <a:avLst/>
          </a:prstGeom>
        </p:spPr>
      </p:pic>
      <p:pic>
        <p:nvPicPr>
          <p:cNvPr id="14" name="Picture 13" descr="icon-6-hobb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1750" y="6320000"/>
            <a:ext cx="600000" cy="6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1315</Words>
  <Application>Microsoft Office PowerPoint</Application>
  <PresentationFormat>와이드스크린</PresentationFormat>
  <Paragraphs>316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블로그 메인 화면 디자인 요청서</dc:title>
  <dc:subject>PptxGenJS Presentation</dc:subject>
  <dc:creator>조현규</dc:creator>
  <cp:lastModifiedBy>조현규</cp:lastModifiedBy>
  <cp:revision>1</cp:revision>
  <dcterms:created xsi:type="dcterms:W3CDTF">2026-09-05T13:25:31Z</dcterms:created>
  <dcterms:modified xsi:type="dcterms:W3CDTF">2026-09-05T13:28:57Z</dcterms:modified>
</cp:coreProperties>
</file>